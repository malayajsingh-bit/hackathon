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GSx9GDekzfXL/RUNGSmFyvuO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3352efb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g33e73352efb_0_3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a3eeb5441_1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g34a3eeb5441_12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7e812f9cc_3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47e812f9cc_3_2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e73352efb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3e73352efb_0_4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3e73352efb_0_415"/>
          <p:cNvSpPr txBox="1"/>
          <p:nvPr>
            <p:ph type="ctrTitle"/>
          </p:nvPr>
        </p:nvSpPr>
        <p:spPr>
          <a:xfrm>
            <a:off x="868392" y="1889185"/>
            <a:ext cx="6357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Open Sans"/>
              <a:buNone/>
              <a:defRPr b="1" sz="44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" name="Google Shape;13;g33e73352efb_0_415"/>
          <p:cNvCxnSpPr/>
          <p:nvPr/>
        </p:nvCxnSpPr>
        <p:spPr>
          <a:xfrm rot="10800000">
            <a:off x="868262" y="2691442"/>
            <a:ext cx="5454900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g33e73352efb_0_415"/>
          <p:cNvSpPr txBox="1"/>
          <p:nvPr>
            <p:ph idx="1" type="body"/>
          </p:nvPr>
        </p:nvSpPr>
        <p:spPr>
          <a:xfrm>
            <a:off x="868392" y="2821619"/>
            <a:ext cx="63576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>
                <a:solidFill>
                  <a:srgbClr val="00206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slide">
  <p:cSld name="blank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3e73352efb_0_419"/>
          <p:cNvSpPr txBox="1"/>
          <p:nvPr>
            <p:ph type="title"/>
          </p:nvPr>
        </p:nvSpPr>
        <p:spPr>
          <a:xfrm>
            <a:off x="569343" y="66136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3e73352efb_0_419"/>
          <p:cNvSpPr/>
          <p:nvPr/>
        </p:nvSpPr>
        <p:spPr>
          <a:xfrm>
            <a:off x="680180" y="136714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you-slide">
  <p:cSld name="thankyou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3e73352efb_0_422"/>
          <p:cNvSpPr/>
          <p:nvPr/>
        </p:nvSpPr>
        <p:spPr>
          <a:xfrm>
            <a:off x="0" y="1317432"/>
            <a:ext cx="12192000" cy="1921800"/>
          </a:xfrm>
          <a:prstGeom prst="rect">
            <a:avLst/>
          </a:prstGeom>
          <a:solidFill>
            <a:srgbClr val="372E8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3e73352efb_0_422"/>
          <p:cNvSpPr txBox="1"/>
          <p:nvPr>
            <p:ph idx="1" type="body"/>
          </p:nvPr>
        </p:nvSpPr>
        <p:spPr>
          <a:xfrm>
            <a:off x="1976582" y="1792535"/>
            <a:ext cx="6999203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b="1" sz="6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3e73352efb_0_425"/>
          <p:cNvSpPr txBox="1"/>
          <p:nvPr>
            <p:ph type="title"/>
          </p:nvPr>
        </p:nvSpPr>
        <p:spPr>
          <a:xfrm>
            <a:off x="637788" y="568608"/>
            <a:ext cx="88839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3e73352efb_0_425"/>
          <p:cNvSpPr/>
          <p:nvPr/>
        </p:nvSpPr>
        <p:spPr>
          <a:xfrm>
            <a:off x="791016" y="1291628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3e73352efb_0_425"/>
          <p:cNvSpPr/>
          <p:nvPr>
            <p:ph idx="2" type="pic"/>
          </p:nvPr>
        </p:nvSpPr>
        <p:spPr>
          <a:xfrm>
            <a:off x="569343" y="1630872"/>
            <a:ext cx="4659300" cy="40371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g33e73352efb_0_425"/>
          <p:cNvSpPr txBox="1"/>
          <p:nvPr>
            <p:ph idx="1" type="body"/>
          </p:nvPr>
        </p:nvSpPr>
        <p:spPr>
          <a:xfrm>
            <a:off x="6763708" y="1623326"/>
            <a:ext cx="435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 b="1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33e73352efb_0_425"/>
          <p:cNvSpPr txBox="1"/>
          <p:nvPr>
            <p:ph idx="3" type="body"/>
          </p:nvPr>
        </p:nvSpPr>
        <p:spPr>
          <a:xfrm>
            <a:off x="6797675" y="2544763"/>
            <a:ext cx="43053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text">
  <p:cSld name="Images and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3e73352efb_0_431"/>
          <p:cNvSpPr txBox="1"/>
          <p:nvPr>
            <p:ph type="title"/>
          </p:nvPr>
        </p:nvSpPr>
        <p:spPr>
          <a:xfrm>
            <a:off x="734993" y="56321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3e73352efb_0_431"/>
          <p:cNvSpPr/>
          <p:nvPr/>
        </p:nvSpPr>
        <p:spPr>
          <a:xfrm>
            <a:off x="837739" y="130976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3e73352efb_0_431"/>
          <p:cNvSpPr/>
          <p:nvPr>
            <p:ph idx="2" type="pic"/>
          </p:nvPr>
        </p:nvSpPr>
        <p:spPr>
          <a:xfrm>
            <a:off x="6229661" y="1300890"/>
            <a:ext cx="5124600" cy="488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g33e73352efb_0_431"/>
          <p:cNvSpPr txBox="1"/>
          <p:nvPr>
            <p:ph idx="1" type="body"/>
          </p:nvPr>
        </p:nvSpPr>
        <p:spPr>
          <a:xfrm>
            <a:off x="837739" y="1894140"/>
            <a:ext cx="21147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g33e73352efb_0_431"/>
          <p:cNvSpPr txBox="1"/>
          <p:nvPr>
            <p:ph idx="3" type="body"/>
          </p:nvPr>
        </p:nvSpPr>
        <p:spPr>
          <a:xfrm>
            <a:off x="624161" y="2349090"/>
            <a:ext cx="5605500" cy="27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2235"/>
              </a:buClr>
              <a:buSzPts val="1500"/>
              <a:buNone/>
              <a:defRPr sz="1500">
                <a:solidFill>
                  <a:srgbClr val="07223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text-slide">
  <p:cSld name="Data-text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3e73352efb_0_437"/>
          <p:cNvSpPr txBox="1"/>
          <p:nvPr>
            <p:ph type="title"/>
          </p:nvPr>
        </p:nvSpPr>
        <p:spPr>
          <a:xfrm>
            <a:off x="480770" y="58513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3e73352efb_0_437"/>
          <p:cNvSpPr/>
          <p:nvPr/>
        </p:nvSpPr>
        <p:spPr>
          <a:xfrm>
            <a:off x="626479" y="129823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3e73352efb_0_437"/>
          <p:cNvSpPr/>
          <p:nvPr>
            <p:ph idx="2" type="chart"/>
          </p:nvPr>
        </p:nvSpPr>
        <p:spPr>
          <a:xfrm>
            <a:off x="5805968" y="1656332"/>
            <a:ext cx="5167200" cy="3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g33e73352efb_0_437"/>
          <p:cNvSpPr txBox="1"/>
          <p:nvPr>
            <p:ph idx="1" type="body"/>
          </p:nvPr>
        </p:nvSpPr>
        <p:spPr>
          <a:xfrm>
            <a:off x="626479" y="1748695"/>
            <a:ext cx="36654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1F1F"/>
              </a:buClr>
              <a:buSzPts val="1600"/>
              <a:buNone/>
              <a:defRPr sz="16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slide-2">
  <p:cSld name="data-slide-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3e73352efb_0_442"/>
          <p:cNvSpPr txBox="1"/>
          <p:nvPr>
            <p:ph type="title"/>
          </p:nvPr>
        </p:nvSpPr>
        <p:spPr>
          <a:xfrm>
            <a:off x="686162" y="566105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3e73352efb_0_442"/>
          <p:cNvSpPr/>
          <p:nvPr/>
        </p:nvSpPr>
        <p:spPr>
          <a:xfrm>
            <a:off x="772543" y="1359533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3e73352efb_0_442"/>
          <p:cNvSpPr txBox="1"/>
          <p:nvPr>
            <p:ph idx="1" type="body"/>
          </p:nvPr>
        </p:nvSpPr>
        <p:spPr>
          <a:xfrm>
            <a:off x="702212" y="1736384"/>
            <a:ext cx="4425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3e73352efb_0_442"/>
          <p:cNvSpPr txBox="1"/>
          <p:nvPr>
            <p:ph idx="2" type="body"/>
          </p:nvPr>
        </p:nvSpPr>
        <p:spPr>
          <a:xfrm>
            <a:off x="702212" y="2542702"/>
            <a:ext cx="4425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g33e73352efb_0_442"/>
          <p:cNvSpPr/>
          <p:nvPr>
            <p:ph idx="3" type="chart"/>
          </p:nvPr>
        </p:nvSpPr>
        <p:spPr>
          <a:xfrm>
            <a:off x="5752234" y="1664002"/>
            <a:ext cx="5616600" cy="3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a3eeb5441_12_6"/>
          <p:cNvSpPr txBox="1"/>
          <p:nvPr>
            <p:ph type="title"/>
          </p:nvPr>
        </p:nvSpPr>
        <p:spPr>
          <a:xfrm>
            <a:off x="569343" y="568626"/>
            <a:ext cx="8883770" cy="713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4a3eeb5441_12_6"/>
          <p:cNvSpPr/>
          <p:nvPr/>
        </p:nvSpPr>
        <p:spPr>
          <a:xfrm>
            <a:off x="569343" y="1281802"/>
            <a:ext cx="1613140" cy="776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4a3eeb5441_12_6"/>
          <p:cNvSpPr/>
          <p:nvPr>
            <p:ph idx="2" type="pic"/>
          </p:nvPr>
        </p:nvSpPr>
        <p:spPr>
          <a:xfrm>
            <a:off x="569343" y="1630872"/>
            <a:ext cx="4659312" cy="4037013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g34a3eeb5441_12_6"/>
          <p:cNvSpPr txBox="1"/>
          <p:nvPr>
            <p:ph idx="1" type="body"/>
          </p:nvPr>
        </p:nvSpPr>
        <p:spPr>
          <a:xfrm>
            <a:off x="6763708" y="1623326"/>
            <a:ext cx="4356100" cy="594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 b="1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4a3eeb5441_12_6"/>
          <p:cNvSpPr txBox="1"/>
          <p:nvPr>
            <p:ph idx="3" type="body"/>
          </p:nvPr>
        </p:nvSpPr>
        <p:spPr>
          <a:xfrm>
            <a:off x="6797675" y="2544763"/>
            <a:ext cx="4305300" cy="312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e73352efb_0_40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3e73352efb_0_40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3e73352efb_0_40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3e73352efb_0_40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3e73352efb_0_40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4a3eeb5441_12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4a3eeb5441_1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g34a3eeb5441_12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g34a3eeb5441_12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g34a3eeb5441_12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e73352efb_0_396"/>
          <p:cNvSpPr txBox="1"/>
          <p:nvPr>
            <p:ph type="ctrTitle"/>
          </p:nvPr>
        </p:nvSpPr>
        <p:spPr>
          <a:xfrm>
            <a:off x="868392" y="1889185"/>
            <a:ext cx="6357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11111"/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61" name="Google Shape;61;g33e73352efb_0_396"/>
          <p:cNvSpPr txBox="1"/>
          <p:nvPr>
            <p:ph idx="1" type="body"/>
          </p:nvPr>
        </p:nvSpPr>
        <p:spPr>
          <a:xfrm>
            <a:off x="868392" y="2821619"/>
            <a:ext cx="63576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a3eeb5441_12_55"/>
          <p:cNvSpPr txBox="1"/>
          <p:nvPr>
            <p:ph type="title"/>
          </p:nvPr>
        </p:nvSpPr>
        <p:spPr>
          <a:xfrm>
            <a:off x="569343" y="56862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67" name="Google Shape;67;g34a3eeb5441_12_55"/>
          <p:cNvSpPr txBox="1"/>
          <p:nvPr>
            <p:ph idx="1" type="body"/>
          </p:nvPr>
        </p:nvSpPr>
        <p:spPr>
          <a:xfrm>
            <a:off x="6763708" y="1623326"/>
            <a:ext cx="4356100" cy="594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869,200+ Agenda Stock Photos, Pictures &amp; Royalty-Free Images ..." id="68" name="Google Shape;68;g34a3eeb5441_12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308" y="1550652"/>
            <a:ext cx="4553737" cy="465949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4a3eeb5441_12_55"/>
          <p:cNvSpPr txBox="1"/>
          <p:nvPr/>
        </p:nvSpPr>
        <p:spPr>
          <a:xfrm>
            <a:off x="7722560" y="3184095"/>
            <a:ext cx="2046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g34a3eeb5441_12_55"/>
          <p:cNvSpPr txBox="1"/>
          <p:nvPr/>
        </p:nvSpPr>
        <p:spPr>
          <a:xfrm>
            <a:off x="7722561" y="3876625"/>
            <a:ext cx="2438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Strategy Discussion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g34a3eeb5441_12_55"/>
          <p:cNvSpPr txBox="1"/>
          <p:nvPr/>
        </p:nvSpPr>
        <p:spPr>
          <a:xfrm>
            <a:off x="7722560" y="2302002"/>
            <a:ext cx="2438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Q1 Recap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g34a3eeb5441_12_55"/>
          <p:cNvSpPr txBox="1"/>
          <p:nvPr/>
        </p:nvSpPr>
        <p:spPr>
          <a:xfrm>
            <a:off x="7642860" y="5451247"/>
            <a:ext cx="3417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Review &amp; Assign Deliverables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g34a3eeb5441_12_55"/>
          <p:cNvSpPr txBox="1"/>
          <p:nvPr/>
        </p:nvSpPr>
        <p:spPr>
          <a:xfrm>
            <a:off x="7642860" y="4661117"/>
            <a:ext cx="2835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Creative Brainstorming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g34a3eeb5441_12_55"/>
          <p:cNvSpPr txBox="1"/>
          <p:nvPr/>
        </p:nvSpPr>
        <p:spPr>
          <a:xfrm>
            <a:off x="6905171" y="2158407"/>
            <a:ext cx="779780" cy="405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  <a:endParaRPr b="0" i="0" sz="3500" u="none" cap="none" strike="noStrike">
              <a:solidFill>
                <a:srgbClr val="C8181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g34a3eeb5441_12_55"/>
          <p:cNvSpPr txBox="1"/>
          <p:nvPr>
            <p:ph idx="3" type="body"/>
          </p:nvPr>
        </p:nvSpPr>
        <p:spPr>
          <a:xfrm>
            <a:off x="6797675" y="2544763"/>
            <a:ext cx="43053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7e812f9cc_3_247"/>
          <p:cNvSpPr txBox="1"/>
          <p:nvPr>
            <p:ph type="title"/>
          </p:nvPr>
        </p:nvSpPr>
        <p:spPr>
          <a:xfrm>
            <a:off x="608047" y="588204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title"/>
          </p:nvPr>
        </p:nvSpPr>
        <p:spPr>
          <a:xfrm>
            <a:off x="562327" y="606492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73352efb_0_405"/>
          <p:cNvSpPr txBox="1"/>
          <p:nvPr>
            <p:ph idx="1" type="body"/>
          </p:nvPr>
        </p:nvSpPr>
        <p:spPr>
          <a:xfrm>
            <a:off x="2086050" y="1800475"/>
            <a:ext cx="80199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2024-03-27T05:23:04Z</dcterms:created>
  <dc:creator>Naveen Kumar</dc:creator>
</cp:coreProperties>
</file>